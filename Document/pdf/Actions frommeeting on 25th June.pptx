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026AAD-3224-4B9D-9477-A2D935E0093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A09B38-1277-463F-AB9A-35E856C42E03}">
      <dgm:prSet phldrT="[Text]" phldr="0"/>
      <dgm:spPr/>
      <dgm:t>
        <a:bodyPr/>
        <a:lstStyle/>
        <a:p>
          <a:r>
            <a:rPr lang="en-GB" dirty="0"/>
            <a:t>Enquiries </a:t>
          </a:r>
          <a:r>
            <a:rPr lang="en-GB" dirty="0" err="1"/>
            <a:t>nd</a:t>
          </a:r>
          <a:r>
            <a:rPr lang="en-GB" dirty="0"/>
            <a:t> Referrals</a:t>
          </a:r>
        </a:p>
      </dgm:t>
    </dgm:pt>
    <dgm:pt modelId="{E19E7426-1791-4C90-A7CE-74F434C760AF}" type="parTrans" cxnId="{67BDC67D-8331-4E84-8C6E-B0794C4B450F}">
      <dgm:prSet/>
      <dgm:spPr/>
      <dgm:t>
        <a:bodyPr/>
        <a:lstStyle/>
        <a:p>
          <a:endParaRPr lang="en-GB"/>
        </a:p>
      </dgm:t>
    </dgm:pt>
    <dgm:pt modelId="{51EE94E2-9578-4524-8603-55F41C9A846F}" type="sibTrans" cxnId="{67BDC67D-8331-4E84-8C6E-B0794C4B450F}">
      <dgm:prSet/>
      <dgm:spPr/>
      <dgm:t>
        <a:bodyPr/>
        <a:lstStyle/>
        <a:p>
          <a:endParaRPr lang="en-GB"/>
        </a:p>
      </dgm:t>
    </dgm:pt>
    <dgm:pt modelId="{93149F6A-B05D-4A7A-9FD5-E1296EB1C6C4}">
      <dgm:prSet phldrT="[Text]" phldr="0"/>
      <dgm:spPr/>
      <dgm:t>
        <a:bodyPr/>
        <a:lstStyle/>
        <a:p>
          <a:r>
            <a:rPr lang="en-GB" dirty="0"/>
            <a:t>Patient Details</a:t>
          </a:r>
        </a:p>
      </dgm:t>
    </dgm:pt>
    <dgm:pt modelId="{38504B3D-F075-4F6B-BEAC-5F6350707853}" type="parTrans" cxnId="{23850854-0771-42F2-B7E8-31FF80BBEA02}">
      <dgm:prSet/>
      <dgm:spPr/>
      <dgm:t>
        <a:bodyPr/>
        <a:lstStyle/>
        <a:p>
          <a:endParaRPr lang="en-GB"/>
        </a:p>
      </dgm:t>
    </dgm:pt>
    <dgm:pt modelId="{74C4981E-7B66-4187-813C-ACD65813422F}" type="sibTrans" cxnId="{23850854-0771-42F2-B7E8-31FF80BBEA02}">
      <dgm:prSet/>
      <dgm:spPr/>
      <dgm:t>
        <a:bodyPr/>
        <a:lstStyle/>
        <a:p>
          <a:endParaRPr lang="en-GB"/>
        </a:p>
      </dgm:t>
    </dgm:pt>
    <dgm:pt modelId="{08C1D8C5-42BC-440A-AEFC-25E444B816AA}">
      <dgm:prSet phldrT="[Text]" phldr="0"/>
      <dgm:spPr/>
      <dgm:t>
        <a:bodyPr/>
        <a:lstStyle/>
        <a:p>
          <a:r>
            <a:rPr lang="en-GB" dirty="0"/>
            <a:t>Associates </a:t>
          </a:r>
        </a:p>
      </dgm:t>
    </dgm:pt>
    <dgm:pt modelId="{5C64E26D-2B1E-4864-9797-32E5720D5401}" type="parTrans" cxnId="{82D7EB51-6F9D-4F2E-B3F0-6B89367F8332}">
      <dgm:prSet/>
      <dgm:spPr/>
      <dgm:t>
        <a:bodyPr/>
        <a:lstStyle/>
        <a:p>
          <a:endParaRPr lang="en-GB"/>
        </a:p>
      </dgm:t>
    </dgm:pt>
    <dgm:pt modelId="{1296AE1B-8460-4A80-BCCC-5EAA45344AC8}" type="sibTrans" cxnId="{82D7EB51-6F9D-4F2E-B3F0-6B89367F8332}">
      <dgm:prSet/>
      <dgm:spPr/>
      <dgm:t>
        <a:bodyPr/>
        <a:lstStyle/>
        <a:p>
          <a:endParaRPr lang="en-GB"/>
        </a:p>
      </dgm:t>
    </dgm:pt>
    <dgm:pt modelId="{F8C2EEBC-4759-4E31-A06F-B657538B0C29}">
      <dgm:prSet phldrT="[Text]" phldr="0"/>
      <dgm:spPr/>
      <dgm:t>
        <a:bodyPr/>
        <a:lstStyle/>
        <a:p>
          <a:r>
            <a:rPr lang="en-GB" dirty="0"/>
            <a:t>Appointments</a:t>
          </a:r>
        </a:p>
      </dgm:t>
    </dgm:pt>
    <dgm:pt modelId="{518558DF-727C-49D1-BCA8-7B81A4889C78}" type="parTrans" cxnId="{77706772-9060-45C7-9BE6-6D988F6965C6}">
      <dgm:prSet/>
      <dgm:spPr/>
      <dgm:t>
        <a:bodyPr/>
        <a:lstStyle/>
        <a:p>
          <a:endParaRPr lang="en-GB"/>
        </a:p>
      </dgm:t>
    </dgm:pt>
    <dgm:pt modelId="{4E6E9DBF-967E-4804-9CAC-D2CCC9496983}" type="sibTrans" cxnId="{77706772-9060-45C7-9BE6-6D988F6965C6}">
      <dgm:prSet/>
      <dgm:spPr/>
      <dgm:t>
        <a:bodyPr/>
        <a:lstStyle/>
        <a:p>
          <a:endParaRPr lang="en-GB"/>
        </a:p>
      </dgm:t>
    </dgm:pt>
    <dgm:pt modelId="{EBCC8CA0-1A2F-4F61-BC18-984C3D4A948A}">
      <dgm:prSet phldrT="[Text]" phldr="0"/>
      <dgm:spPr/>
      <dgm:t>
        <a:bodyPr/>
        <a:lstStyle/>
        <a:p>
          <a:r>
            <a:rPr lang="en-GB" dirty="0"/>
            <a:t>Accounts</a:t>
          </a:r>
        </a:p>
      </dgm:t>
    </dgm:pt>
    <dgm:pt modelId="{FDE7FBAC-2B73-42CE-906C-6968D7D1956B}" type="parTrans" cxnId="{C5EBC647-D09D-4AFE-829E-E448AD5E88E4}">
      <dgm:prSet/>
      <dgm:spPr/>
      <dgm:t>
        <a:bodyPr/>
        <a:lstStyle/>
        <a:p>
          <a:endParaRPr lang="en-GB"/>
        </a:p>
      </dgm:t>
    </dgm:pt>
    <dgm:pt modelId="{C02FA96A-E260-4D72-A97B-93F2E679B3DC}" type="sibTrans" cxnId="{C5EBC647-D09D-4AFE-829E-E448AD5E88E4}">
      <dgm:prSet/>
      <dgm:spPr/>
      <dgm:t>
        <a:bodyPr/>
        <a:lstStyle/>
        <a:p>
          <a:endParaRPr lang="en-GB"/>
        </a:p>
      </dgm:t>
    </dgm:pt>
    <dgm:pt modelId="{541388D0-ABB3-4D6E-ADF9-B37E7DB32068}" type="pres">
      <dgm:prSet presAssocID="{69026AAD-3224-4B9D-9477-A2D935E00939}" presName="Name0" presStyleCnt="0">
        <dgm:presLayoutVars>
          <dgm:dir/>
          <dgm:resizeHandles val="exact"/>
        </dgm:presLayoutVars>
      </dgm:prSet>
      <dgm:spPr/>
    </dgm:pt>
    <dgm:pt modelId="{43240C6D-24E5-4637-98C1-29DC97A84719}" type="pres">
      <dgm:prSet presAssocID="{88A09B38-1277-463F-AB9A-35E856C42E03}" presName="node" presStyleLbl="node1" presStyleIdx="0" presStyleCnt="5">
        <dgm:presLayoutVars>
          <dgm:bulletEnabled val="1"/>
        </dgm:presLayoutVars>
      </dgm:prSet>
      <dgm:spPr/>
    </dgm:pt>
    <dgm:pt modelId="{E95E1787-D569-42B1-B7BE-8863EF5ACFF2}" type="pres">
      <dgm:prSet presAssocID="{51EE94E2-9578-4524-8603-55F41C9A846F}" presName="sibTrans" presStyleLbl="sibTrans2D1" presStyleIdx="0" presStyleCnt="4"/>
      <dgm:spPr/>
    </dgm:pt>
    <dgm:pt modelId="{EF90E38A-DFC3-443F-A18C-66AC4C31C0AA}" type="pres">
      <dgm:prSet presAssocID="{51EE94E2-9578-4524-8603-55F41C9A846F}" presName="connectorText" presStyleLbl="sibTrans2D1" presStyleIdx="0" presStyleCnt="4"/>
      <dgm:spPr/>
    </dgm:pt>
    <dgm:pt modelId="{0D07D5B5-AB1B-44F0-8826-E9E8774F877E}" type="pres">
      <dgm:prSet presAssocID="{93149F6A-B05D-4A7A-9FD5-E1296EB1C6C4}" presName="node" presStyleLbl="node1" presStyleIdx="1" presStyleCnt="5">
        <dgm:presLayoutVars>
          <dgm:bulletEnabled val="1"/>
        </dgm:presLayoutVars>
      </dgm:prSet>
      <dgm:spPr/>
    </dgm:pt>
    <dgm:pt modelId="{B4751C06-D1CA-410D-AA4A-A2723B3FBF96}" type="pres">
      <dgm:prSet presAssocID="{74C4981E-7B66-4187-813C-ACD65813422F}" presName="sibTrans" presStyleLbl="sibTrans2D1" presStyleIdx="1" presStyleCnt="4"/>
      <dgm:spPr/>
    </dgm:pt>
    <dgm:pt modelId="{88103029-58B9-408E-AE51-FF6518068A99}" type="pres">
      <dgm:prSet presAssocID="{74C4981E-7B66-4187-813C-ACD65813422F}" presName="connectorText" presStyleLbl="sibTrans2D1" presStyleIdx="1" presStyleCnt="4"/>
      <dgm:spPr/>
    </dgm:pt>
    <dgm:pt modelId="{A476D496-1A31-4718-8A9C-B93266C9B80C}" type="pres">
      <dgm:prSet presAssocID="{08C1D8C5-42BC-440A-AEFC-25E444B816AA}" presName="node" presStyleLbl="node1" presStyleIdx="2" presStyleCnt="5">
        <dgm:presLayoutVars>
          <dgm:bulletEnabled val="1"/>
        </dgm:presLayoutVars>
      </dgm:prSet>
      <dgm:spPr/>
    </dgm:pt>
    <dgm:pt modelId="{83D2EB90-BBBC-425B-8BE8-E5BC61DE0F80}" type="pres">
      <dgm:prSet presAssocID="{1296AE1B-8460-4A80-BCCC-5EAA45344AC8}" presName="sibTrans" presStyleLbl="sibTrans2D1" presStyleIdx="2" presStyleCnt="4"/>
      <dgm:spPr/>
    </dgm:pt>
    <dgm:pt modelId="{9B0EAC0C-0FA0-44BB-97B7-3D451CFAC427}" type="pres">
      <dgm:prSet presAssocID="{1296AE1B-8460-4A80-BCCC-5EAA45344AC8}" presName="connectorText" presStyleLbl="sibTrans2D1" presStyleIdx="2" presStyleCnt="4"/>
      <dgm:spPr/>
    </dgm:pt>
    <dgm:pt modelId="{670DABFD-4127-4943-B174-9A2B47704B41}" type="pres">
      <dgm:prSet presAssocID="{F8C2EEBC-4759-4E31-A06F-B657538B0C29}" presName="node" presStyleLbl="node1" presStyleIdx="3" presStyleCnt="5">
        <dgm:presLayoutVars>
          <dgm:bulletEnabled val="1"/>
        </dgm:presLayoutVars>
      </dgm:prSet>
      <dgm:spPr/>
    </dgm:pt>
    <dgm:pt modelId="{474E298B-B603-4338-9F69-FAE1A052A81B}" type="pres">
      <dgm:prSet presAssocID="{4E6E9DBF-967E-4804-9CAC-D2CCC9496983}" presName="sibTrans" presStyleLbl="sibTrans2D1" presStyleIdx="3" presStyleCnt="4"/>
      <dgm:spPr/>
    </dgm:pt>
    <dgm:pt modelId="{E61EDAB4-5E11-486D-8B90-C424110DEDFF}" type="pres">
      <dgm:prSet presAssocID="{4E6E9DBF-967E-4804-9CAC-D2CCC9496983}" presName="connectorText" presStyleLbl="sibTrans2D1" presStyleIdx="3" presStyleCnt="4"/>
      <dgm:spPr/>
    </dgm:pt>
    <dgm:pt modelId="{F5C14611-EEE7-48BB-92BA-6D45650C4367}" type="pres">
      <dgm:prSet presAssocID="{EBCC8CA0-1A2F-4F61-BC18-984C3D4A948A}" presName="node" presStyleLbl="node1" presStyleIdx="4" presStyleCnt="5">
        <dgm:presLayoutVars>
          <dgm:bulletEnabled val="1"/>
        </dgm:presLayoutVars>
      </dgm:prSet>
      <dgm:spPr/>
    </dgm:pt>
  </dgm:ptLst>
  <dgm:cxnLst>
    <dgm:cxn modelId="{D0F7C70F-7B8E-4E5B-BE63-06F65F4BA5B4}" type="presOf" srcId="{F8C2EEBC-4759-4E31-A06F-B657538B0C29}" destId="{670DABFD-4127-4943-B174-9A2B47704B41}" srcOrd="0" destOrd="0" presId="urn:microsoft.com/office/officeart/2005/8/layout/process1"/>
    <dgm:cxn modelId="{F280D313-26BB-4869-901E-D6D792A73A48}" type="presOf" srcId="{4E6E9DBF-967E-4804-9CAC-D2CCC9496983}" destId="{E61EDAB4-5E11-486D-8B90-C424110DEDFF}" srcOrd="1" destOrd="0" presId="urn:microsoft.com/office/officeart/2005/8/layout/process1"/>
    <dgm:cxn modelId="{79B1E72F-9509-428A-9ACF-59DFC6099930}" type="presOf" srcId="{1296AE1B-8460-4A80-BCCC-5EAA45344AC8}" destId="{9B0EAC0C-0FA0-44BB-97B7-3D451CFAC427}" srcOrd="1" destOrd="0" presId="urn:microsoft.com/office/officeart/2005/8/layout/process1"/>
    <dgm:cxn modelId="{C5EBC647-D09D-4AFE-829E-E448AD5E88E4}" srcId="{69026AAD-3224-4B9D-9477-A2D935E00939}" destId="{EBCC8CA0-1A2F-4F61-BC18-984C3D4A948A}" srcOrd="4" destOrd="0" parTransId="{FDE7FBAC-2B73-42CE-906C-6968D7D1956B}" sibTransId="{C02FA96A-E260-4D72-A97B-93F2E679B3DC}"/>
    <dgm:cxn modelId="{880EF068-9524-4924-A193-F87090124FDB}" type="presOf" srcId="{88A09B38-1277-463F-AB9A-35E856C42E03}" destId="{43240C6D-24E5-4637-98C1-29DC97A84719}" srcOrd="0" destOrd="0" presId="urn:microsoft.com/office/officeart/2005/8/layout/process1"/>
    <dgm:cxn modelId="{82D7EB51-6F9D-4F2E-B3F0-6B89367F8332}" srcId="{69026AAD-3224-4B9D-9477-A2D935E00939}" destId="{08C1D8C5-42BC-440A-AEFC-25E444B816AA}" srcOrd="2" destOrd="0" parTransId="{5C64E26D-2B1E-4864-9797-32E5720D5401}" sibTransId="{1296AE1B-8460-4A80-BCCC-5EAA45344AC8}"/>
    <dgm:cxn modelId="{77706772-9060-45C7-9BE6-6D988F6965C6}" srcId="{69026AAD-3224-4B9D-9477-A2D935E00939}" destId="{F8C2EEBC-4759-4E31-A06F-B657538B0C29}" srcOrd="3" destOrd="0" parTransId="{518558DF-727C-49D1-BCA8-7B81A4889C78}" sibTransId="{4E6E9DBF-967E-4804-9CAC-D2CCC9496983}"/>
    <dgm:cxn modelId="{5B86B472-E4E8-4EC0-8298-F4AD5836C2F4}" type="presOf" srcId="{4E6E9DBF-967E-4804-9CAC-D2CCC9496983}" destId="{474E298B-B603-4338-9F69-FAE1A052A81B}" srcOrd="0" destOrd="0" presId="urn:microsoft.com/office/officeart/2005/8/layout/process1"/>
    <dgm:cxn modelId="{23850854-0771-42F2-B7E8-31FF80BBEA02}" srcId="{69026AAD-3224-4B9D-9477-A2D935E00939}" destId="{93149F6A-B05D-4A7A-9FD5-E1296EB1C6C4}" srcOrd="1" destOrd="0" parTransId="{38504B3D-F075-4F6B-BEAC-5F6350707853}" sibTransId="{74C4981E-7B66-4187-813C-ACD65813422F}"/>
    <dgm:cxn modelId="{B18EDE54-DCF4-4434-9925-C21A697F5F1E}" type="presOf" srcId="{69026AAD-3224-4B9D-9477-A2D935E00939}" destId="{541388D0-ABB3-4D6E-ADF9-B37E7DB32068}" srcOrd="0" destOrd="0" presId="urn:microsoft.com/office/officeart/2005/8/layout/process1"/>
    <dgm:cxn modelId="{67BDC67D-8331-4E84-8C6E-B0794C4B450F}" srcId="{69026AAD-3224-4B9D-9477-A2D935E00939}" destId="{88A09B38-1277-463F-AB9A-35E856C42E03}" srcOrd="0" destOrd="0" parTransId="{E19E7426-1791-4C90-A7CE-74F434C760AF}" sibTransId="{51EE94E2-9578-4524-8603-55F41C9A846F}"/>
    <dgm:cxn modelId="{B5E72282-C271-49C5-9696-B75F9CCEF205}" type="presOf" srcId="{93149F6A-B05D-4A7A-9FD5-E1296EB1C6C4}" destId="{0D07D5B5-AB1B-44F0-8826-E9E8774F877E}" srcOrd="0" destOrd="0" presId="urn:microsoft.com/office/officeart/2005/8/layout/process1"/>
    <dgm:cxn modelId="{71DB5987-09DA-4CAE-A3BE-CDC434E7B154}" type="presOf" srcId="{08C1D8C5-42BC-440A-AEFC-25E444B816AA}" destId="{A476D496-1A31-4718-8A9C-B93266C9B80C}" srcOrd="0" destOrd="0" presId="urn:microsoft.com/office/officeart/2005/8/layout/process1"/>
    <dgm:cxn modelId="{29534596-09D2-4AD1-835E-536F18670240}" type="presOf" srcId="{74C4981E-7B66-4187-813C-ACD65813422F}" destId="{B4751C06-D1CA-410D-AA4A-A2723B3FBF96}" srcOrd="0" destOrd="0" presId="urn:microsoft.com/office/officeart/2005/8/layout/process1"/>
    <dgm:cxn modelId="{AE0DBF98-9E92-4B7E-ACD5-2FBFCC36F12E}" type="presOf" srcId="{51EE94E2-9578-4524-8603-55F41C9A846F}" destId="{EF90E38A-DFC3-443F-A18C-66AC4C31C0AA}" srcOrd="1" destOrd="0" presId="urn:microsoft.com/office/officeart/2005/8/layout/process1"/>
    <dgm:cxn modelId="{0484FFAF-C815-4015-A683-4B61679485A8}" type="presOf" srcId="{1296AE1B-8460-4A80-BCCC-5EAA45344AC8}" destId="{83D2EB90-BBBC-425B-8BE8-E5BC61DE0F80}" srcOrd="0" destOrd="0" presId="urn:microsoft.com/office/officeart/2005/8/layout/process1"/>
    <dgm:cxn modelId="{F7330DF1-1E38-45AA-AF6A-59D1715B62F9}" type="presOf" srcId="{EBCC8CA0-1A2F-4F61-BC18-984C3D4A948A}" destId="{F5C14611-EEE7-48BB-92BA-6D45650C4367}" srcOrd="0" destOrd="0" presId="urn:microsoft.com/office/officeart/2005/8/layout/process1"/>
    <dgm:cxn modelId="{6ED4EFF1-FDFE-4F91-A07E-2868FCAE4EC1}" type="presOf" srcId="{74C4981E-7B66-4187-813C-ACD65813422F}" destId="{88103029-58B9-408E-AE51-FF6518068A99}" srcOrd="1" destOrd="0" presId="urn:microsoft.com/office/officeart/2005/8/layout/process1"/>
    <dgm:cxn modelId="{F670BBFB-89C9-4BED-A6DD-AC85BF55C9C1}" type="presOf" srcId="{51EE94E2-9578-4524-8603-55F41C9A846F}" destId="{E95E1787-D569-42B1-B7BE-8863EF5ACFF2}" srcOrd="0" destOrd="0" presId="urn:microsoft.com/office/officeart/2005/8/layout/process1"/>
    <dgm:cxn modelId="{9FA6824A-2AE8-4DB3-BE2D-C07ABC5AA6D7}" type="presParOf" srcId="{541388D0-ABB3-4D6E-ADF9-B37E7DB32068}" destId="{43240C6D-24E5-4637-98C1-29DC97A84719}" srcOrd="0" destOrd="0" presId="urn:microsoft.com/office/officeart/2005/8/layout/process1"/>
    <dgm:cxn modelId="{63755497-5BE4-467A-9E64-1D5B17581DFF}" type="presParOf" srcId="{541388D0-ABB3-4D6E-ADF9-B37E7DB32068}" destId="{E95E1787-D569-42B1-B7BE-8863EF5ACFF2}" srcOrd="1" destOrd="0" presId="urn:microsoft.com/office/officeart/2005/8/layout/process1"/>
    <dgm:cxn modelId="{4BB5E411-9765-4765-A99F-F5DA6545B4F2}" type="presParOf" srcId="{E95E1787-D569-42B1-B7BE-8863EF5ACFF2}" destId="{EF90E38A-DFC3-443F-A18C-66AC4C31C0AA}" srcOrd="0" destOrd="0" presId="urn:microsoft.com/office/officeart/2005/8/layout/process1"/>
    <dgm:cxn modelId="{4F39F8EB-2028-42A0-A926-373AF78F43DB}" type="presParOf" srcId="{541388D0-ABB3-4D6E-ADF9-B37E7DB32068}" destId="{0D07D5B5-AB1B-44F0-8826-E9E8774F877E}" srcOrd="2" destOrd="0" presId="urn:microsoft.com/office/officeart/2005/8/layout/process1"/>
    <dgm:cxn modelId="{EA3D5B0C-5ABA-4125-8C26-8E83A9991EE5}" type="presParOf" srcId="{541388D0-ABB3-4D6E-ADF9-B37E7DB32068}" destId="{B4751C06-D1CA-410D-AA4A-A2723B3FBF96}" srcOrd="3" destOrd="0" presId="urn:microsoft.com/office/officeart/2005/8/layout/process1"/>
    <dgm:cxn modelId="{763CB218-67C3-4670-83E2-147C130EF476}" type="presParOf" srcId="{B4751C06-D1CA-410D-AA4A-A2723B3FBF96}" destId="{88103029-58B9-408E-AE51-FF6518068A99}" srcOrd="0" destOrd="0" presId="urn:microsoft.com/office/officeart/2005/8/layout/process1"/>
    <dgm:cxn modelId="{23A9A97D-0E07-4677-85CC-F4B786D6223B}" type="presParOf" srcId="{541388D0-ABB3-4D6E-ADF9-B37E7DB32068}" destId="{A476D496-1A31-4718-8A9C-B93266C9B80C}" srcOrd="4" destOrd="0" presId="urn:microsoft.com/office/officeart/2005/8/layout/process1"/>
    <dgm:cxn modelId="{91F3BE7B-5A01-4486-841A-47EE289AFFD6}" type="presParOf" srcId="{541388D0-ABB3-4D6E-ADF9-B37E7DB32068}" destId="{83D2EB90-BBBC-425B-8BE8-E5BC61DE0F80}" srcOrd="5" destOrd="0" presId="urn:microsoft.com/office/officeart/2005/8/layout/process1"/>
    <dgm:cxn modelId="{55963A2A-B3FE-424C-9021-DC0128F8E105}" type="presParOf" srcId="{83D2EB90-BBBC-425B-8BE8-E5BC61DE0F80}" destId="{9B0EAC0C-0FA0-44BB-97B7-3D451CFAC427}" srcOrd="0" destOrd="0" presId="urn:microsoft.com/office/officeart/2005/8/layout/process1"/>
    <dgm:cxn modelId="{740D1848-23D7-4C0B-8217-D03A1C0012B2}" type="presParOf" srcId="{541388D0-ABB3-4D6E-ADF9-B37E7DB32068}" destId="{670DABFD-4127-4943-B174-9A2B47704B41}" srcOrd="6" destOrd="0" presId="urn:microsoft.com/office/officeart/2005/8/layout/process1"/>
    <dgm:cxn modelId="{397A3962-790A-4FDE-A140-80CEDAE3EB32}" type="presParOf" srcId="{541388D0-ABB3-4D6E-ADF9-B37E7DB32068}" destId="{474E298B-B603-4338-9F69-FAE1A052A81B}" srcOrd="7" destOrd="0" presId="urn:microsoft.com/office/officeart/2005/8/layout/process1"/>
    <dgm:cxn modelId="{726E9EFB-C27D-4171-879C-A16DBF138FE6}" type="presParOf" srcId="{474E298B-B603-4338-9F69-FAE1A052A81B}" destId="{E61EDAB4-5E11-486D-8B90-C424110DEDFF}" srcOrd="0" destOrd="0" presId="urn:microsoft.com/office/officeart/2005/8/layout/process1"/>
    <dgm:cxn modelId="{24E17C4A-F411-44DC-A71A-F454A25669C1}" type="presParOf" srcId="{541388D0-ABB3-4D6E-ADF9-B37E7DB32068}" destId="{F5C14611-EEE7-48BB-92BA-6D45650C436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0C6D-24E5-4637-98C1-29DC97A84719}">
      <dsp:nvSpPr>
        <dsp:cNvPr id="0" name=""/>
        <dsp:cNvSpPr/>
      </dsp:nvSpPr>
      <dsp:spPr>
        <a:xfrm>
          <a:off x="3968" y="929752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Enquiries </a:t>
          </a:r>
          <a:r>
            <a:rPr lang="en-GB" sz="1300" kern="1200" dirty="0" err="1"/>
            <a:t>nd</a:t>
          </a:r>
          <a:r>
            <a:rPr lang="en-GB" sz="1300" kern="1200" dirty="0"/>
            <a:t> Referrals</a:t>
          </a:r>
        </a:p>
      </dsp:txBody>
      <dsp:txXfrm>
        <a:off x="25589" y="951373"/>
        <a:ext cx="1187070" cy="694945"/>
      </dsp:txXfrm>
    </dsp:sp>
    <dsp:sp modelId="{E95E1787-D569-42B1-B7BE-8863EF5ACFF2}">
      <dsp:nvSpPr>
        <dsp:cNvPr id="0" name=""/>
        <dsp:cNvSpPr/>
      </dsp:nvSpPr>
      <dsp:spPr>
        <a:xfrm>
          <a:off x="1357312" y="1146287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357312" y="1207310"/>
        <a:ext cx="182578" cy="183071"/>
      </dsp:txXfrm>
    </dsp:sp>
    <dsp:sp modelId="{0D07D5B5-AB1B-44F0-8826-E9E8774F877E}">
      <dsp:nvSpPr>
        <dsp:cNvPr id="0" name=""/>
        <dsp:cNvSpPr/>
      </dsp:nvSpPr>
      <dsp:spPr>
        <a:xfrm>
          <a:off x="1726406" y="929752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Patient Details</a:t>
          </a:r>
        </a:p>
      </dsp:txBody>
      <dsp:txXfrm>
        <a:off x="1748027" y="951373"/>
        <a:ext cx="1187070" cy="694945"/>
      </dsp:txXfrm>
    </dsp:sp>
    <dsp:sp modelId="{B4751C06-D1CA-410D-AA4A-A2723B3FBF96}">
      <dsp:nvSpPr>
        <dsp:cNvPr id="0" name=""/>
        <dsp:cNvSpPr/>
      </dsp:nvSpPr>
      <dsp:spPr>
        <a:xfrm>
          <a:off x="3079750" y="1146287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3079750" y="1207310"/>
        <a:ext cx="182578" cy="183071"/>
      </dsp:txXfrm>
    </dsp:sp>
    <dsp:sp modelId="{A476D496-1A31-4718-8A9C-B93266C9B80C}">
      <dsp:nvSpPr>
        <dsp:cNvPr id="0" name=""/>
        <dsp:cNvSpPr/>
      </dsp:nvSpPr>
      <dsp:spPr>
        <a:xfrm>
          <a:off x="3448843" y="929752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Associates </a:t>
          </a:r>
        </a:p>
      </dsp:txBody>
      <dsp:txXfrm>
        <a:off x="3470464" y="951373"/>
        <a:ext cx="1187070" cy="694945"/>
      </dsp:txXfrm>
    </dsp:sp>
    <dsp:sp modelId="{83D2EB90-BBBC-425B-8BE8-E5BC61DE0F80}">
      <dsp:nvSpPr>
        <dsp:cNvPr id="0" name=""/>
        <dsp:cNvSpPr/>
      </dsp:nvSpPr>
      <dsp:spPr>
        <a:xfrm>
          <a:off x="4802187" y="1146287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4802187" y="1207310"/>
        <a:ext cx="182578" cy="183071"/>
      </dsp:txXfrm>
    </dsp:sp>
    <dsp:sp modelId="{670DABFD-4127-4943-B174-9A2B47704B41}">
      <dsp:nvSpPr>
        <dsp:cNvPr id="0" name=""/>
        <dsp:cNvSpPr/>
      </dsp:nvSpPr>
      <dsp:spPr>
        <a:xfrm>
          <a:off x="5171281" y="929752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Appointments</a:t>
          </a:r>
        </a:p>
      </dsp:txBody>
      <dsp:txXfrm>
        <a:off x="5192902" y="951373"/>
        <a:ext cx="1187070" cy="694945"/>
      </dsp:txXfrm>
    </dsp:sp>
    <dsp:sp modelId="{474E298B-B603-4338-9F69-FAE1A052A81B}">
      <dsp:nvSpPr>
        <dsp:cNvPr id="0" name=""/>
        <dsp:cNvSpPr/>
      </dsp:nvSpPr>
      <dsp:spPr>
        <a:xfrm>
          <a:off x="6524624" y="1146287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6524624" y="1207310"/>
        <a:ext cx="182578" cy="183071"/>
      </dsp:txXfrm>
    </dsp:sp>
    <dsp:sp modelId="{F5C14611-EEE7-48BB-92BA-6D45650C4367}">
      <dsp:nvSpPr>
        <dsp:cNvPr id="0" name=""/>
        <dsp:cNvSpPr/>
      </dsp:nvSpPr>
      <dsp:spPr>
        <a:xfrm>
          <a:off x="6893718" y="929752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Accounts</a:t>
          </a:r>
        </a:p>
      </dsp:txBody>
      <dsp:txXfrm>
        <a:off x="6915339" y="951373"/>
        <a:ext cx="1187070" cy="694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3F09-62C7-ACB5-803B-5C7A2AF3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09ECE-A3B4-31BD-63D0-F30CF1547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94C0F-3765-3FB1-0182-3EB2D250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3BF2-AA07-13A6-9222-142FAA9D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3CD9-CB29-8422-38A6-CF5A907D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06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5F18-5C60-9CAB-FAD9-0DFAC445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A3A2-2CAA-D135-15B7-A2D3AE3E0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00F95-E865-0390-C33D-93DAEC77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A417-37EB-F251-56F7-0EB8C5AD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950F6-AD7F-AD62-21FD-92BAA282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00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7251-E07A-D60D-F784-DF45AC8EE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340EE-F441-BD6E-D615-4FC8733C6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3B0F-BB03-E3DA-B149-6FDF2F17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AB323-0D90-AA95-A69A-69C6544A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9312-1B71-0614-8BD0-69DBFDAD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37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6197-E0D3-08E2-FBDF-2E6346DB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B509D-6537-B839-3D4A-8FA7B7787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7F0A2-C844-59DD-EEC0-5DE0A2D19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08988-226E-DA16-7DAC-954239B3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71B66-93B0-A964-76E5-765194F4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98078-E0D4-63E9-98C5-7909A00F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70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6415-47F4-942E-2F97-32B949BC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02F4C-2E84-5DE6-E71B-54A5A8555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7A3F4-3B1E-F968-6F0F-0481EB2CB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B1C68-21C2-51B2-63AB-E2484D50C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4B4E9-81F1-0FC9-D102-3130C6DC9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63447-DF03-B5D9-C629-8B7951A0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5DC16-C2CC-A64F-4877-6F737123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B62BC-E5F3-BFF8-8CC1-16586309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66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B196-F02E-8E7D-6807-33BDE15C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32397-D6DC-2D9D-A396-A8C6FE1C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63982-A024-7C0B-E999-95D97735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C2092-774C-EBBD-297C-DF4FD1F4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79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BC929-17AD-7FC6-6A88-8871E3A6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EB45B-E5C6-2DF1-AF29-7BF0F512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0805B-EF85-883F-F7AF-45E91987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2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F76B-17EF-3C1F-EC86-D98D652F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DAA1-AC6B-C9DE-495F-3C4F6E8CB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BDAA6-E11D-5A1A-2B24-75219DF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83C47-0E0A-461C-990E-16809A5D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227D8-29D7-3277-CC60-35E48DEA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217D8-A17A-DFE3-89F6-07435DFD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78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556C-26DA-C5D9-5BE9-7FE397529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31449-4308-D76A-6435-AC3E91AA7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771C8-9142-3E73-7DE7-0745D1162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EA2AD-E20C-D19F-4B58-33CF2053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53AFD-590F-ACCD-E029-9F8850AB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7BA47-E5C4-F818-212A-A8CBE7A8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72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B168-16EE-A01B-58EB-4C70A1AA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3E3B1-DAB8-9399-0FC1-37ED97653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45BB5-ABB9-4E59-8446-1ACFBF90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740EA-AABC-3E6B-C4DF-6A587E89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D0A1-53F7-166D-DA42-D27EDE84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81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59268-37E0-9203-D667-FA6D59E0C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B763F-6A06-9E64-949D-6FA769169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76575-A3A5-5244-4229-570D7786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15146-891B-40AE-FAE2-95109210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1AD24-C936-0830-300B-74984ECE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09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195CF-DA6A-E601-0AA4-7AA1418C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37A7-EBD2-9E80-51F7-6B83A0916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46CC2-6C38-5C59-3FE0-2DA345DD8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AA35C-64B8-457B-B773-E1EDF2E55E7D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123F0-F74B-A4A9-6886-8FA2B6542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D97B3-63E3-3674-C83B-70B9C1B40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64145-B74B-41A6-BD82-18851C29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08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48F648-5820-2909-D1A2-6153090DC4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2355"/>
              </p:ext>
            </p:extLst>
          </p:nvPr>
        </p:nvGraphicFramePr>
        <p:xfrm>
          <a:off x="2032000" y="719667"/>
          <a:ext cx="8128000" cy="2597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EE0ED-30A7-06E3-0097-A8405D28156B}"/>
              </a:ext>
            </a:extLst>
          </p:cNvPr>
          <p:cNvSpPr/>
          <p:nvPr/>
        </p:nvSpPr>
        <p:spPr>
          <a:xfrm>
            <a:off x="2032000" y="3317359"/>
            <a:ext cx="1800446" cy="48909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Companies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345186-2CC9-DA68-7F88-E3944AC914CF}"/>
              </a:ext>
            </a:extLst>
          </p:cNvPr>
          <p:cNvSpPr/>
          <p:nvPr/>
        </p:nvSpPr>
        <p:spPr>
          <a:xfrm>
            <a:off x="4086445" y="3289006"/>
            <a:ext cx="1743739" cy="5174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Associates Resource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A5C635-8EB8-DEE3-75D4-3BD473E6A180}"/>
              </a:ext>
            </a:extLst>
          </p:cNvPr>
          <p:cNvSpPr/>
          <p:nvPr/>
        </p:nvSpPr>
        <p:spPr>
          <a:xfrm>
            <a:off x="6140890" y="3317359"/>
            <a:ext cx="1743739" cy="5174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FDC538-4B18-9A45-9CEE-CE01B5F6DBC9}"/>
              </a:ext>
            </a:extLst>
          </p:cNvPr>
          <p:cNvSpPr/>
          <p:nvPr/>
        </p:nvSpPr>
        <p:spPr>
          <a:xfrm>
            <a:off x="8195335" y="3379382"/>
            <a:ext cx="1743739" cy="5174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Reports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19C331-3AD0-C57E-927B-B972E797DDE3}"/>
              </a:ext>
            </a:extLst>
          </p:cNvPr>
          <p:cNvSpPr/>
          <p:nvPr/>
        </p:nvSpPr>
        <p:spPr>
          <a:xfrm>
            <a:off x="238538" y="1606165"/>
            <a:ext cx="1502797" cy="6966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Core processes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C1207E-093F-7CC6-409F-DE2B9AA2FBD1}"/>
              </a:ext>
            </a:extLst>
          </p:cNvPr>
          <p:cNvSpPr/>
          <p:nvPr/>
        </p:nvSpPr>
        <p:spPr>
          <a:xfrm>
            <a:off x="104555" y="3212327"/>
            <a:ext cx="1800446" cy="6387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Supportive Processes </a:t>
            </a:r>
          </a:p>
        </p:txBody>
      </p:sp>
    </p:spTree>
    <p:extLst>
      <p:ext uri="{BB962C8B-B14F-4D97-AF65-F5344CB8AC3E}">
        <p14:creationId xmlns:p14="http://schemas.microsoft.com/office/powerpoint/2010/main" val="338395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C0F360-93B9-D12A-FC1B-273E9C96F27E}"/>
              </a:ext>
            </a:extLst>
          </p:cNvPr>
          <p:cNvSpPr/>
          <p:nvPr/>
        </p:nvSpPr>
        <p:spPr>
          <a:xfrm>
            <a:off x="1677724" y="866692"/>
            <a:ext cx="7124369" cy="6122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DASHBOARD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CA162F-C451-96DB-4655-5279E60CED16}"/>
              </a:ext>
            </a:extLst>
          </p:cNvPr>
          <p:cNvSpPr/>
          <p:nvPr/>
        </p:nvSpPr>
        <p:spPr>
          <a:xfrm>
            <a:off x="1932167" y="2170706"/>
            <a:ext cx="2250219" cy="978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E8E8DF-3198-FBFB-BB01-E3F121B6A319}"/>
              </a:ext>
            </a:extLst>
          </p:cNvPr>
          <p:cNvSpPr/>
          <p:nvPr/>
        </p:nvSpPr>
        <p:spPr>
          <a:xfrm>
            <a:off x="5751442" y="4051188"/>
            <a:ext cx="2250219" cy="978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Clinical head review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A6C7F7-4022-EB37-8FD7-78FB6AD5AF81}"/>
              </a:ext>
            </a:extLst>
          </p:cNvPr>
          <p:cNvSpPr/>
          <p:nvPr/>
        </p:nvSpPr>
        <p:spPr>
          <a:xfrm>
            <a:off x="5751443" y="2214438"/>
            <a:ext cx="2250219" cy="978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Pending Enquiries/Referrals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F2BBD6-F2DB-C73F-F354-CBE28ED71CA0}"/>
              </a:ext>
            </a:extLst>
          </p:cNvPr>
          <p:cNvSpPr/>
          <p:nvPr/>
        </p:nvSpPr>
        <p:spPr>
          <a:xfrm>
            <a:off x="1932167" y="4051189"/>
            <a:ext cx="2250219" cy="978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Invoices/Payments Due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C45C8E-EBDF-531E-C477-4F1221C53F63}"/>
              </a:ext>
            </a:extLst>
          </p:cNvPr>
          <p:cNvSpPr/>
          <p:nvPr/>
        </p:nvSpPr>
        <p:spPr>
          <a:xfrm>
            <a:off x="8742458" y="2214439"/>
            <a:ext cx="2882349" cy="2814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Shared Calendar</a:t>
            </a:r>
          </a:p>
        </p:txBody>
      </p:sp>
    </p:spTree>
    <p:extLst>
      <p:ext uri="{BB962C8B-B14F-4D97-AF65-F5344CB8AC3E}">
        <p14:creationId xmlns:p14="http://schemas.microsoft.com/office/powerpoint/2010/main" val="330336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B7601AF20FF44F876A907285844D8F" ma:contentTypeVersion="3" ma:contentTypeDescription="Create a new document." ma:contentTypeScope="" ma:versionID="05216a89a28403ea340494ba429d4d54">
  <xsd:schema xmlns:xsd="http://www.w3.org/2001/XMLSchema" xmlns:xs="http://www.w3.org/2001/XMLSchema" xmlns:p="http://schemas.microsoft.com/office/2006/metadata/properties" xmlns:ns2="d570d44e-31f1-49b1-b394-b1e1ac0061ea" targetNamespace="http://schemas.microsoft.com/office/2006/metadata/properties" ma:root="true" ma:fieldsID="51a5e72e2d4d557bb4e6a05fef74ec48" ns2:_="">
    <xsd:import namespace="d570d44e-31f1-49b1-b394-b1e1ac0061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0d44e-31f1-49b1-b394-b1e1ac0061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BB7F80-C710-4F48-ADA3-9B6FF0ADA3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70d44e-31f1-49b1-b394-b1e1ac0061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25C027-4EC8-47E4-AFBD-E093FEEBFD27}">
  <ds:schemaRefs>
    <ds:schemaRef ds:uri="http://schemas.openxmlformats.org/package/2006/metadata/core-properties"/>
    <ds:schemaRef ds:uri="d570d44e-31f1-49b1-b394-b1e1ac0061ea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FFE5F21-85CA-4BEC-A5D3-58F39EF0C8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Sheeba Rossewilliam</dc:creator>
  <cp:lastModifiedBy>Sheeba Rossewilliam</cp:lastModifiedBy>
  <cp:revision>5</cp:revision>
  <dcterms:created xsi:type="dcterms:W3CDTF">2026-06-25T13:18:41Z</dcterms:created>
  <dcterms:modified xsi:type="dcterms:W3CDTF">2026-06-25T16:27:44Z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0x01010089B7601AF20FF44F876A907285844D8F</vt:lpwstr>
  </property>
</Properties>
</file>